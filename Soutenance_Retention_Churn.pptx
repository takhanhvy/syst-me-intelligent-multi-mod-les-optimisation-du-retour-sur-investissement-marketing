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037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d'accroche (~20 s). Annoncer la phrase clé : prédire le churn pour prioriser la rétention. Donner le nom du binôme. Enchaîner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Poser l'enjeu business (revenu récurrent), nommer l'utilisateur cible, montrer les 3 chiffres clés du dataset. Insister : déséquilibre ~10%.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Message : on a pris le temps de comprendre les données. Le churn obéit à des seuils (ancienneté, satisfaction, paiement), pas à des tendances linéaires — d'où le choix de modèles non linéaires.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Mettre en avant la rigueur : pas de data leakage, 4 modèles dont 1 Deep Learning, et surtout le choix des métriques car la classe est minoritaire. Le seuil est calé sans fuite (out-of-fold).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s. Coeur de la soutenance. Lire le tableau : Recall ~0,82-0,85 (on capte la majorité des churners). Les 2 modèles d'arbres gagnent. Justifier le choix final au-delà du score : stabilité, interprétabilité, déploiement.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 s. Un modèle doit être explicable. La permutation importance + SHAP confirment les signaux de l'EDA et se traduisent en actions métier concrètes, client par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 s. Insister sur l'architecture réaliste : le dashboard ne charge pas le modèle, il appelle l'API. Présenter les 4 pages du dashboard. Transition vers la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(3 min). Préparer les 2 profils À L'AVANCE. Montrer : KPIs → simulateur client à risque (proba haute + facteurs) → client stable (proba basse). Avoir les captures de secours si l'API est lente. Lancer uvicorn + streamlit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 s. Synthèse : on est allés de la donnée brute à un outil décisionnel. Rappeler le modèle retenu et la valeur métier. Assumer les limites = maturité. Finir sur la phrase de valeur.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de secours pour le Q/R. Y aller seulement si une question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Q/R : si on questionne la performance ou le déséquilibre, montrer la PR-AUC vs hasard.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Q/R : expliquer pourquoi un seuil &lt; 0,5 et le coût des faux négatifs.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Q/R technique : endpoints, validation, tests, stack. Code modulaire + versionné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Q/R : montrer la lucidité (limites) et la vision (industrialisation, monitoring).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280160"/>
            <a:ext cx="3291840" cy="32918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0" y="3291840"/>
            <a:ext cx="2560320" cy="2560320"/>
          </a:xfrm>
          <a:prstGeom prst="ellipse">
            <a:avLst/>
          </a:prstGeom>
          <a:solidFill>
            <a:srgbClr val="14B8A6">
              <a:alpha val="3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RÉTENTION CLIENT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Prédire le churn pour agir avant le départ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système multi-modèles qui prédit le risque de résiliation et aide les équipes marketing / CRM à prioriser les actions de rétention. 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Mastère Data Engineering &amp; IA — 2025-2026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certifiant </a:t>
            </a:r>
            <a:r>
              <a:rPr lang="en-US" sz="1200">
                <a:solidFill>
                  <a:srgbClr val="AA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RNCP40875 - </a:t>
            </a:r>
            <a:r>
              <a:rPr lang="en-US" sz="1200" dirty="0">
                <a:solidFill>
                  <a:srgbClr val="AA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: Piloter et implémenter des solutions d'IA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besoin métier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modèle par abonnement, chaque résiliation érode le revenu récurrent — et retenir coûte bien moins cher qu'acquérir.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marketing / CRM / finance : il veut savoir qui est à risque, qui contacter en priorité, et pourquoi.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97880" y="1188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89320" y="12618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89320" y="1755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analysés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22402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89320" y="23134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89320" y="2807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churn (déséquilibré)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3291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89320" y="3364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89320" y="3858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comportementales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&amp; analyse exploratoire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clé : le signal est non linéaire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corrélations linéaires sont faibles, mais par tranches les relations sont fortes 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&lt; 6 mois → ~28 % de churn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≤ 2 → ~25 % de churn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échecs de paiement → 21-33 %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avantage attendu aux modèles non linéaires</a:t>
            </a:r>
            <a:endParaRPr lang="en-US" sz="1500" dirty="0"/>
          </a:p>
        </p:txBody>
      </p:sp>
      <p:pic>
        <p:nvPicPr>
          <p:cNvPr id="7" name="Image 0" descr="/sessions/wizardly-serene-archimedes/mnt/Syst-me-Intelligent-Multi-Mod-les-Optimisation-du-Retour-sur-Investissement-Marketing/reports/figures/07_nonlinear_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828800"/>
            <a:ext cx="3566160" cy="9509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0" y="2825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churn par tranche (effet de seuil)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&amp; modèles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anti-fuite (scikit-learn) : preprocessing ajusté sur le train uniquement.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comparés : Régression logistique, Random Forest, XGBoost, MLP (Deep Learning).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géré : class_weight / scale_pos_weight + seuil de décision optimisé (F1).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adaptées : Recall, F1, PR-AUC (pas seulement l'accuracy).</a:t>
            </a:r>
            <a:endParaRPr lang="en-US" sz="1350" dirty="0"/>
          </a:p>
        </p:txBody>
      </p:sp>
      <p:pic>
        <p:nvPicPr>
          <p:cNvPr id="7" name="Image 0" descr="/sessions/wizardly-serene-archimedes/mnt/Syst-me-Intelligent-Multi-Mod-les-Optimisation-du-Retour-sur-Investissement-Marketing/reports/figures/00_pipelin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600"/>
            <a:ext cx="3200400" cy="1856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0" y="32552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bout en bout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comparaison des modèles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188720"/>
          <a:ext cx="493776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logistique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(Deep Learning)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72200" y="118872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et Random Forest dominent (à égalité).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sous-performe (effets de seuil).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MLP est le plus faible et le plus instable (CV ±0,14).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Deep Learning n'est pas toujours supérieur.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4069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candidat retenu : XGBoost (Random Forest équivalent) — meilleur compromis performance / stabilité / interprétabilité.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Interprétabilité (SHAP)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pic>
        <p:nvPicPr>
          <p:cNvPr id="6" name="Image 0" descr="/sessions/wizardly-serene-archimedes/mnt/Syst-me-Intelligent-Multi-Mod-les-Optimisation-du-Retour-sur-Investissement-Marketing/reports/figures/20_permuta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97280"/>
            <a:ext cx="3383280" cy="2962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12801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client part ?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dominants : satisfaction (CSAT), activité récente (connexions), ancienneté, échecs de paiement.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explique chaque prédiction client par client → action ciblée (relance, geste commercial, support).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: API + Dashboard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Front / API / Modèle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(FastAPI) : /predict, /predict-batch, /explain, /model-info, /health — validation et doc Swagger.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 appelle l'API (le modèle n'est pas embarqué).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265176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161288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3291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+ revenu global à risque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65176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081528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à risque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81528" y="3291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priorisée à contacter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65176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01768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01768" y="3291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temps réel + SHAP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265176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922008" y="2788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22008" y="32918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en langage métier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08960"/>
            <a:ext cx="2926080" cy="292608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dashboard en action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Vue d'ensemble : clients à risque &amp; revenu à risque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Simulateur — client à risque vs client stable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Explication SHAP &amp; action de rétention recommandée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dataset brut à une solution complète : EDA, préparation, 4 modèles, interprétabilité, API &amp; dashboard.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XGBoost (RF équivalent) — Recall ~0,82, capte la majorité des churners.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actionnables : satisfaction, activité, ancienneté, paiement.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signal modéré (données synthétiques), pas de dimension temporelle, pas encore de monitoring.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: enrichissement des données, calibration, déploiement cloud &amp; suivi de dérive.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Annexes — Questions / Réponses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détaillées · matrice de confusion · API · limites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Courbes ROC &amp; Precision-Recall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pic>
        <p:nvPicPr>
          <p:cNvPr id="6" name="Image 0" descr="/sessions/wizardly-serene-archimedes/mnt/Syst-me-Intelligent-Multi-Mod-les-Optimisation-du-Retour-sur-Investissement-Marketing/reports/figures/10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3840480" cy="3291840"/>
          </a:xfrm>
          <a:prstGeom prst="rect">
            <a:avLst/>
          </a:prstGeom>
        </p:spPr>
      </p:pic>
      <p:pic>
        <p:nvPicPr>
          <p:cNvPr id="7" name="Image 1" descr="/sessions/wizardly-serene-archimedes/mnt/Syst-me-Intelligent-Multi-Mod-les-Optimisation-du-Retour-sur-Investissement-Marketing/reports/figures/11_p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43000"/>
            <a:ext cx="384048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~0,28 contre 0,10 au hasard : près de 3× mieux malgré le déséquilibre.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de confusion &amp; seuil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pic>
        <p:nvPicPr>
          <p:cNvPr id="6" name="Image 0" descr="/sessions/wizardly-serene-archimedes/mnt/Syst-me-Intelligent-Multi-Mod-les-Optimisation-du-Retour-sur-Investissement-Marketing/reports/figures/13_confusion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88720"/>
            <a:ext cx="3017520" cy="2679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0" y="12801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assumé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décision optimisé (≈0,33) au lieu de 0,5 : on privilégie le Recall.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Mieux vaut contacter quelques fidèles à tort que manquer un vrai churner.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est calé sur des probabilités out-of-fold (sans fuite).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stack technique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· GET /model-info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· POST /predict-batch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/explain (facteurs SHAP)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Pydantic → HTTP 422 ; doc Swagger ; 10 tests automatisés.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94960" y="109728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SHAP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· Pydantic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 · Git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5156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 pistes d'amélioration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51560" y="9144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RNCP40875 — Bloc 2  ·  Rétention Client / Churn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synthétiques au signal modéré (proba max ~0,5).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dimension temporelle ; classes déséquilibrées.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sans gain ici ; pas de monitoring.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94960" y="109728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les données (historique temporel).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des probabilités, rééchantillonnage.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Conteneurisation, déploiement cloud, suivi de dérive.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Office PowerPoint</Application>
  <PresentationFormat>Affichage à l'écran (16:9)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— Rétention Client / Churn</dc:title>
  <dc:subject>PptxGenJS Presentation</dc:subject>
  <dc:creator>Vy</dc:creator>
  <cp:lastModifiedBy>Khanh TA</cp:lastModifiedBy>
  <cp:revision>3</cp:revision>
  <dcterms:created xsi:type="dcterms:W3CDTF">2026-06-26T08:12:43Z</dcterms:created>
  <dcterms:modified xsi:type="dcterms:W3CDTF">2026-06-26T08:28:10Z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2026-06-26T08:26:43Z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94ef052a-5a12-4686-9bc2-5b764e5dca71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